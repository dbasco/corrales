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549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ng/isotipo-negati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1554480" cy="6949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240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8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MONUMENTO NATURAL · ROTA, CÁDIZ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786384" y="260604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800" b="1" spc="200" kern="0" dirty="0">
                <a:solidFill>
                  <a:srgbClr val="F4F1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CORRALES</a:t>
            </a:r>
            <a:endParaRPr lang="en-US" sz="4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800" b="1" spc="200" kern="0" dirty="0">
                <a:solidFill>
                  <a:srgbClr val="F4F1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ROTA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22960" y="5029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D4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 de pesca tradicional intermareal · Primer Monumento Natural de Andalucía (2001)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6172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9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loscorralesderota.com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A8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400" dirty="0"/>
          </a:p>
        </p:txBody>
      </p:sp>
      <p:sp>
        <p:nvSpPr>
          <p:cNvPr id="3" name="Text 1"/>
          <p:cNvSpPr/>
          <p:nvPr/>
        </p:nvSpPr>
        <p:spPr>
          <a:xfrm>
            <a:off x="822960" y="3520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200" kern="0" dirty="0">
                <a:solidFill>
                  <a:srgbClr val="F4F1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CORRALES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45262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D4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muros de piedra seca sobre la roca intermareal.</a:t>
            </a:r>
            <a:endParaRPr lang="en-US" sz="1500" dirty="0"/>
          </a:p>
        </p:txBody>
      </p:sp>
      <p:pic>
        <p:nvPicPr>
          <p:cNvPr id="5" name="Image 0" descr="png/isotipo-negati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5532120"/>
            <a:ext cx="1280160" cy="5760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49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arte de pesca de raíz milenaria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corrales son trampas de marea: muros bajos de piedra que retienen el pescado cuando el agua se retira.</a:t>
            </a:r>
            <a:pPr algn="l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asociación los custodia y los mantiene, y guía visitas a pie cuando la marea lo permite.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el primer Monumento Natural de Andalucía. El 100 % de lo recaudado va a su conservación.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0" y="1737360"/>
            <a:ext cx="4937760" cy="4206240"/>
          </a:xfrm>
          <a:prstGeom prst="roundRect">
            <a:avLst>
              <a:gd name="adj" fmla="val 2609"/>
            </a:avLst>
          </a:prstGeom>
          <a:solidFill>
            <a:srgbClr val="9A8F7C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0" y="173736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F4F1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Corrales de Rota · Monumento Natural · Rota, Cádiz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49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monumento en cifras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228600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4F1E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6060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549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50" kern="0" dirty="0">
                <a:solidFill>
                  <a:srgbClr val="9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Corrales activos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228600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4F1E9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26060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549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2001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3383280" y="38404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50" kern="0" dirty="0">
                <a:solidFill>
                  <a:srgbClr val="9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Monumento Natural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228600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4F1E9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26060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549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~400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6309360" y="38404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50" kern="0" dirty="0">
                <a:solidFill>
                  <a:srgbClr val="9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35440" y="228600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4F1E9"/>
          </a:solidFill>
          <a:ln/>
        </p:spPr>
      </p:sp>
      <p:sp>
        <p:nvSpPr>
          <p:cNvPr id="13" name="Text 11"/>
          <p:cNvSpPr/>
          <p:nvPr/>
        </p:nvSpPr>
        <p:spPr>
          <a:xfrm>
            <a:off x="9235440" y="26060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A8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235440" y="38404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50" kern="0" dirty="0">
                <a:solidFill>
                  <a:srgbClr val="9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conservación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Corrales de Rota · Monumento Natural · Rota, Cádiz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549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ng/isotipo-negati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371600"/>
            <a:ext cx="1463040" cy="6583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2834640"/>
            <a:ext cx="9418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800" dirty="0">
                <a:solidFill>
                  <a:srgbClr val="F4F1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 de lo recaudado va a la conservación del monumento.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371600" y="46634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" kern="0" dirty="0">
                <a:solidFill>
                  <a:srgbClr val="CDD4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loscorralesderota.com · Rota, Cádiz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2026-07-22T07:14:43Z</dcterms:created>
  <dcterms:modified xsi:type="dcterms:W3CDTF">2026-07-22T07:14:43Z</dcterms:modified>
</cp:coreProperties>
</file>