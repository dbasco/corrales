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9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isotipo-nega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5544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MONUMENTO NATURAL · ROTA, CÁDIZ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26060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spc="200" kern="0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CORRALES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spc="200" kern="0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ROTA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 de pesca tradicional intermareal · Primer Monumento Natural de Andalucía (2001)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loscorralesderota.com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A8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CORRALES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muros de piedra seca sobre la roca intermareal.</a:t>
            </a:r>
            <a:endParaRPr lang="en-US" sz="1500" dirty="0"/>
          </a:p>
        </p:txBody>
      </p:sp>
      <p:pic>
        <p:nvPicPr>
          <p:cNvPr id="5" name="Image 0" descr="png/isotipo-nega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5532120"/>
            <a:ext cx="128016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4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arte de pesca de raíz milenaria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corrales son trampas de marea: muros bajos de piedra que retienen el pescado cuando el agua se retira.</a:t>
            </a:r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asociación los custodia y los mantiene, y guía visitas a pie cuando la marea lo permite.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primer Monumento Natural de Andalucía. El 100 % de lo recaudado va a su conservación.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0" y="17373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9A8F7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17373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Corrales de Rota · Monumento Natural · Rota, Cádiz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4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monumento en cifras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1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060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54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Corrales activos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1E9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6060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54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38328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Monumento Natural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1E9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6060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54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30936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1E9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6060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23544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Corrales de Rota · Monumento Natural · Rota, Cádiz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549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isotipo-nega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71600"/>
            <a:ext cx="146304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83464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 de lo recaudado va a la conservación del monumento.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CDD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loscorralesderota.com · Rota, Cádiz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2026-07-22T07:14:43Z</dcterms:created>
  <dcterms:modified xsi:type="dcterms:W3CDTF">2026-07-22T07:14:43Z</dcterms:modified>
</cp:coreProperties>
</file>